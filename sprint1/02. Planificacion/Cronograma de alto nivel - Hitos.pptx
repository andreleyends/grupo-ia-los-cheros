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0" d="100"/>
          <a:sy n="80" d="100"/>
        </p:scale>
        <p:origin x="754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124712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F3B63"/>
                </a:solidFill>
                <a:latin typeface="Calibri"/>
              </a:defRPr>
            </a:pPr>
            <a:r>
              <a:t>Cronograma</a:t>
            </a:r>
            <a:r>
              <a:rPr dirty="0"/>
              <a:t> de alto </a:t>
            </a:r>
            <a:r>
              <a:rPr dirty="0" err="1"/>
              <a:t>nivel</a:t>
            </a:r>
            <a:r>
              <a:rPr dirty="0"/>
              <a:t> (</a:t>
            </a:r>
            <a:r>
              <a:rPr dirty="0" err="1"/>
              <a:t>hitos</a:t>
            </a:r>
            <a:r>
              <a:rPr dirty="0"/>
              <a:t>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5A5A5A"/>
                </a:solidFill>
                <a:latin typeface="Calibri"/>
              </a:defRPr>
            </a:pPr>
            <a:r>
              <a:t>02/10/2026 → 04/11/2026 · 3 sprints de 8 días laborables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3840480"/>
            <a:ext cx="10698480" cy="38100"/>
          </a:xfrm>
          <a:prstGeom prst="rect">
            <a:avLst/>
          </a:prstGeom>
          <a:solidFill>
            <a:srgbClr val="6E6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Diamond 4"/>
          <p:cNvSpPr/>
          <p:nvPr/>
        </p:nvSpPr>
        <p:spPr>
          <a:xfrm>
            <a:off x="731520" y="3703320"/>
            <a:ext cx="274320" cy="301752"/>
          </a:xfrm>
          <a:prstGeom prst="diamond">
            <a:avLst/>
          </a:prstGeom>
          <a:solidFill>
            <a:srgbClr val="4C9F7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-91439" y="292608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4C9F70"/>
                </a:solidFill>
                <a:latin typeface="Calibri"/>
              </a:defRPr>
            </a:pPr>
            <a:r>
              <a:t>Inicio del proyecto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-91439" y="420624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5A5A5A"/>
                </a:solidFill>
                <a:latin typeface="Calibri"/>
              </a:defRPr>
            </a:pPr>
            <a:r>
              <a:t>02/10/2026</a:t>
            </a:r>
          </a:p>
        </p:txBody>
      </p:sp>
      <p:sp>
        <p:nvSpPr>
          <p:cNvPr id="8" name="Diamond 7"/>
          <p:cNvSpPr/>
          <p:nvPr/>
        </p:nvSpPr>
        <p:spPr>
          <a:xfrm>
            <a:off x="3474720" y="3703320"/>
            <a:ext cx="274320" cy="301752"/>
          </a:xfrm>
          <a:prstGeom prst="diamond">
            <a:avLst/>
          </a:prstGeom>
          <a:solidFill>
            <a:srgbClr val="D64541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651760" y="292608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D64541"/>
                </a:solidFill>
                <a:latin typeface="Calibri"/>
              </a:defRPr>
            </a:pPr>
            <a:r>
              <a:t>Sprint 1 — Review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51760" y="420624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5A5A5A"/>
                </a:solidFill>
                <a:latin typeface="Calibri"/>
              </a:defRPr>
            </a:pPr>
            <a:r>
              <a:t>13/10/2026</a:t>
            </a:r>
          </a:p>
        </p:txBody>
      </p:sp>
      <p:sp>
        <p:nvSpPr>
          <p:cNvPr id="11" name="Diamond 10"/>
          <p:cNvSpPr/>
          <p:nvPr/>
        </p:nvSpPr>
        <p:spPr>
          <a:xfrm>
            <a:off x="6309360" y="3703320"/>
            <a:ext cx="274320" cy="301752"/>
          </a:xfrm>
          <a:prstGeom prst="diamond">
            <a:avLst/>
          </a:prstGeom>
          <a:solidFill>
            <a:srgbClr val="D64541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486400" y="292608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D64541"/>
                </a:solidFill>
                <a:latin typeface="Calibri"/>
              </a:defRPr>
            </a:pPr>
            <a:r>
              <a:t>Sprint 2 — Review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0" y="420624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5A5A5A"/>
                </a:solidFill>
                <a:latin typeface="Calibri"/>
              </a:defRPr>
            </a:pPr>
            <a:r>
              <a:t>23/10/2026</a:t>
            </a:r>
          </a:p>
        </p:txBody>
      </p:sp>
      <p:sp>
        <p:nvSpPr>
          <p:cNvPr id="14" name="Diamond 13"/>
          <p:cNvSpPr/>
          <p:nvPr/>
        </p:nvSpPr>
        <p:spPr>
          <a:xfrm>
            <a:off x="10424160" y="3703320"/>
            <a:ext cx="274320" cy="301752"/>
          </a:xfrm>
          <a:prstGeom prst="diamond">
            <a:avLst/>
          </a:prstGeom>
          <a:solidFill>
            <a:srgbClr val="B15FC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601200" y="292608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B15FC9"/>
                </a:solidFill>
                <a:latin typeface="Calibri"/>
              </a:defRPr>
            </a:pPr>
            <a:r>
              <a:t>Entrega y Demo final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0" y="420624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5A5A5A"/>
                </a:solidFill>
                <a:latin typeface="Calibri"/>
              </a:defRPr>
            </a:pPr>
            <a:r>
              <a:t>04/11/2026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5029200"/>
            <a:ext cx="2743200" cy="1005840"/>
          </a:xfrm>
          <a:prstGeom prst="roundRect">
            <a:avLst/>
          </a:prstGeom>
          <a:solidFill>
            <a:srgbClr val="D6F0E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1300" b="1"/>
            </a:pPr>
            <a:r>
              <a:t>Sprint 1</a:t>
            </a:r>
          </a:p>
          <a:p>
            <a:pPr algn="l">
              <a:defRPr sz="1100" b="0"/>
            </a:pPr>
            <a:r>
              <a:t>Fundamentos y datos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474720" y="5029200"/>
            <a:ext cx="2834640" cy="1005840"/>
          </a:xfrm>
          <a:prstGeom prst="roundRect">
            <a:avLst/>
          </a:prstGeom>
          <a:solidFill>
            <a:srgbClr val="D6E4F7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1300" b="1"/>
            </a:pPr>
            <a:r>
              <a:t>Sprint 2</a:t>
            </a:r>
          </a:p>
          <a:p>
            <a:pPr algn="l">
              <a:defRPr sz="1100" b="0"/>
            </a:pPr>
            <a:r>
              <a:t>Modelado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09360" y="5029200"/>
            <a:ext cx="4754880" cy="1005840"/>
          </a:xfrm>
          <a:prstGeom prst="roundRect">
            <a:avLst/>
          </a:prstGeom>
          <a:solidFill>
            <a:srgbClr val="F7E2D6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1300" b="1"/>
            </a:pPr>
            <a:r>
              <a:t>Sprint 3</a:t>
            </a:r>
          </a:p>
          <a:p>
            <a:pPr algn="l">
              <a:defRPr sz="1100" b="0"/>
            </a:pPr>
            <a:r>
              <a:t>Evaluación y despliegue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49</Words>
  <Application>Microsoft Office PowerPoint</Application>
  <PresentationFormat>Panorámica</PresentationFormat>
  <Paragraphs>16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subject/>
  <dc:creator/>
  <cp:keywords/>
  <dc:description>generated using python-pptx</dc:description>
  <cp:lastModifiedBy>DAVID JOSHUA SUEL MONRROY</cp:lastModifiedBy>
  <cp:revision>2</cp:revision>
  <dcterms:created xsi:type="dcterms:W3CDTF">2013-01-27T09:14:16Z</dcterms:created>
  <dcterms:modified xsi:type="dcterms:W3CDTF">2026-10-16T16:30:20Z</dcterms:modified>
  <cp:category/>
</cp:coreProperties>
</file>